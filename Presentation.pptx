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12C683-C052-7E9E-2404-633AD7870E22}" v="85" dt="2025-05-07T17:37:06.8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l Jeriel Barnes" userId="S::jjbarnes@syr.edu::1c7046dd-3b81-4594-b2b4-d0e24241aa6e" providerId="AD" clId="Web-{4DE577E6-7C75-F0A2-D1F4-1862779D80BA}"/>
    <pc:docChg chg="modSld">
      <pc:chgData name="Joel Jeriel Barnes" userId="S::jjbarnes@syr.edu::1c7046dd-3b81-4594-b2b4-d0e24241aa6e" providerId="AD" clId="Web-{4DE577E6-7C75-F0A2-D1F4-1862779D80BA}" dt="2025-05-05T00:53:29.443" v="68"/>
      <pc:docMkLst>
        <pc:docMk/>
      </pc:docMkLst>
      <pc:sldChg chg="modSp modNotes">
        <pc:chgData name="Joel Jeriel Barnes" userId="S::jjbarnes@syr.edu::1c7046dd-3b81-4594-b2b4-d0e24241aa6e" providerId="AD" clId="Web-{4DE577E6-7C75-F0A2-D1F4-1862779D80BA}" dt="2025-05-05T00:53:29.443" v="68"/>
        <pc:sldMkLst>
          <pc:docMk/>
          <pc:sldMk cId="1162997507" sldId="259"/>
        </pc:sldMkLst>
        <pc:picChg chg="mod">
          <ac:chgData name="Joel Jeriel Barnes" userId="S::jjbarnes@syr.edu::1c7046dd-3b81-4594-b2b4-d0e24241aa6e" providerId="AD" clId="Web-{4DE577E6-7C75-F0A2-D1F4-1862779D80BA}" dt="2025-05-05T00:41:45.239" v="58"/>
          <ac:picMkLst>
            <pc:docMk/>
            <pc:sldMk cId="1162997507" sldId="259"/>
            <ac:picMk id="6" creationId="{52187BA6-C160-D6EC-5DF0-0FA0267C118F}"/>
          </ac:picMkLst>
        </pc:picChg>
        <pc:picChg chg="mod">
          <ac:chgData name="Joel Jeriel Barnes" userId="S::jjbarnes@syr.edu::1c7046dd-3b81-4594-b2b4-d0e24241aa6e" providerId="AD" clId="Web-{4DE577E6-7C75-F0A2-D1F4-1862779D80BA}" dt="2025-05-05T00:33:34.395" v="46"/>
          <ac:picMkLst>
            <pc:docMk/>
            <pc:sldMk cId="1162997507" sldId="259"/>
            <ac:picMk id="8" creationId="{19AA2C00-BD90-B90D-20DF-9499AFA58344}"/>
          </ac:picMkLst>
        </pc:picChg>
      </pc:sldChg>
      <pc:sldChg chg="modSp">
        <pc:chgData name="Joel Jeriel Barnes" userId="S::jjbarnes@syr.edu::1c7046dd-3b81-4594-b2b4-d0e24241aa6e" providerId="AD" clId="Web-{4DE577E6-7C75-F0A2-D1F4-1862779D80BA}" dt="2025-05-05T00:34:16.679" v="54" actId="1076"/>
        <pc:sldMkLst>
          <pc:docMk/>
          <pc:sldMk cId="2430541909" sldId="260"/>
        </pc:sldMkLst>
        <pc:picChg chg="mod">
          <ac:chgData name="Joel Jeriel Barnes" userId="S::jjbarnes@syr.edu::1c7046dd-3b81-4594-b2b4-d0e24241aa6e" providerId="AD" clId="Web-{4DE577E6-7C75-F0A2-D1F4-1862779D80BA}" dt="2025-05-05T00:33:45.239" v="47"/>
          <ac:picMkLst>
            <pc:docMk/>
            <pc:sldMk cId="2430541909" sldId="260"/>
            <ac:picMk id="6" creationId="{68411204-8BD7-5EA7-D281-D1748A2D298F}"/>
          </ac:picMkLst>
        </pc:picChg>
        <pc:picChg chg="mod">
          <ac:chgData name="Joel Jeriel Barnes" userId="S::jjbarnes@syr.edu::1c7046dd-3b81-4594-b2b4-d0e24241aa6e" providerId="AD" clId="Web-{4DE577E6-7C75-F0A2-D1F4-1862779D80BA}" dt="2025-05-05T00:34:16.679" v="54" actId="1076"/>
          <ac:picMkLst>
            <pc:docMk/>
            <pc:sldMk cId="2430541909" sldId="260"/>
            <ac:picMk id="8" creationId="{85139D70-F92B-CBEA-F7C9-BC57CFCA6034}"/>
          </ac:picMkLst>
        </pc:picChg>
      </pc:sldChg>
    </pc:docChg>
  </pc:docChgLst>
  <pc:docChgLst>
    <pc:chgData name="Ricky Wan" userId="3190ee20-ff2a-4236-9707-2d0b662e03c7" providerId="ADAL" clId="{060507DF-7EC7-4845-BA5F-6A0E17B70B4F}"/>
    <pc:docChg chg="undo redo custSel addSld delSld modSld">
      <pc:chgData name="Ricky Wan" userId="3190ee20-ff2a-4236-9707-2d0b662e03c7" providerId="ADAL" clId="{060507DF-7EC7-4845-BA5F-6A0E17B70B4F}" dt="2025-05-05T00:26:19.205" v="588" actId="1076"/>
      <pc:docMkLst>
        <pc:docMk/>
      </pc:docMkLst>
      <pc:sldChg chg="addSp delSp modSp mod setBg setClrOvrMap">
        <pc:chgData name="Ricky Wan" userId="3190ee20-ff2a-4236-9707-2d0b662e03c7" providerId="ADAL" clId="{060507DF-7EC7-4845-BA5F-6A0E17B70B4F}" dt="2025-04-22T18:04:45.739" v="420" actId="26606"/>
        <pc:sldMkLst>
          <pc:docMk/>
          <pc:sldMk cId="109857222" sldId="256"/>
        </pc:sldMkLst>
        <pc:spChg chg="mod">
          <ac:chgData name="Ricky Wan" userId="3190ee20-ff2a-4236-9707-2d0b662e03c7" providerId="ADAL" clId="{060507DF-7EC7-4845-BA5F-6A0E17B70B4F}" dt="2025-04-22T18:04:45.739" v="420" actId="26606"/>
          <ac:spMkLst>
            <pc:docMk/>
            <pc:sldMk cId="109857222" sldId="256"/>
            <ac:spMk id="2" creationId="{00000000-0000-0000-0000-000000000000}"/>
          </ac:spMkLst>
        </pc:spChg>
        <pc:spChg chg="mod">
          <ac:chgData name="Ricky Wan" userId="3190ee20-ff2a-4236-9707-2d0b662e03c7" providerId="ADAL" clId="{060507DF-7EC7-4845-BA5F-6A0E17B70B4F}" dt="2025-04-22T18:04:45.739" v="420" actId="26606"/>
          <ac:spMkLst>
            <pc:docMk/>
            <pc:sldMk cId="109857222" sldId="256"/>
            <ac:spMk id="3" creationId="{00000000-0000-0000-0000-000000000000}"/>
          </ac:spMkLst>
        </pc:spChg>
        <pc:spChg chg="add">
          <ac:chgData name="Ricky Wan" userId="3190ee20-ff2a-4236-9707-2d0b662e03c7" providerId="ADAL" clId="{060507DF-7EC7-4845-BA5F-6A0E17B70B4F}" dt="2025-04-22T18:04:45.739" v="420" actId="26606"/>
          <ac:spMkLst>
            <pc:docMk/>
            <pc:sldMk cId="109857222" sldId="256"/>
            <ac:spMk id="10" creationId="{5CEBAAEF-3E73-4D85-9A3C-E40FEAFAEE6C}"/>
          </ac:spMkLst>
        </pc:spChg>
        <pc:picChg chg="add">
          <ac:chgData name="Ricky Wan" userId="3190ee20-ff2a-4236-9707-2d0b662e03c7" providerId="ADAL" clId="{060507DF-7EC7-4845-BA5F-6A0E17B70B4F}" dt="2025-04-22T18:04:45.739" v="420" actId="26606"/>
          <ac:picMkLst>
            <pc:docMk/>
            <pc:sldMk cId="109857222" sldId="256"/>
            <ac:picMk id="7" creationId="{916E497D-CE4F-E30B-D9BC-C253A3F34266}"/>
          </ac:picMkLst>
        </pc:picChg>
      </pc:sldChg>
      <pc:sldChg chg="addSp delSp modSp mod setBg setClrOvrMap delDesignElem">
        <pc:chgData name="Ricky Wan" userId="3190ee20-ff2a-4236-9707-2d0b662e03c7" providerId="ADAL" clId="{060507DF-7EC7-4845-BA5F-6A0E17B70B4F}" dt="2025-04-22T18:04:51.445" v="425" actId="26606"/>
        <pc:sldMkLst>
          <pc:docMk/>
          <pc:sldMk cId="3416646923" sldId="257"/>
        </pc:sldMkLst>
        <pc:spChg chg="mod">
          <ac:chgData name="Ricky Wan" userId="3190ee20-ff2a-4236-9707-2d0b662e03c7" providerId="ADAL" clId="{060507DF-7EC7-4845-BA5F-6A0E17B70B4F}" dt="2025-04-22T18:04:51.445" v="425" actId="26606"/>
          <ac:spMkLst>
            <pc:docMk/>
            <pc:sldMk cId="3416646923" sldId="257"/>
            <ac:spMk id="2" creationId="{9BFD9AA7-5FE5-C100-8880-5D2F4062F013}"/>
          </ac:spMkLst>
        </pc:spChg>
        <pc:spChg chg="mod">
          <ac:chgData name="Ricky Wan" userId="3190ee20-ff2a-4236-9707-2d0b662e03c7" providerId="ADAL" clId="{060507DF-7EC7-4845-BA5F-6A0E17B70B4F}" dt="2025-04-22T18:04:51.445" v="425" actId="26606"/>
          <ac:spMkLst>
            <pc:docMk/>
            <pc:sldMk cId="3416646923" sldId="257"/>
            <ac:spMk id="3" creationId="{DA7E5A22-B27C-877B-53BC-E19BC184272C}"/>
          </ac:spMkLst>
        </pc:spChg>
        <pc:spChg chg="add">
          <ac:chgData name="Ricky Wan" userId="3190ee20-ff2a-4236-9707-2d0b662e03c7" providerId="ADAL" clId="{060507DF-7EC7-4845-BA5F-6A0E17B70B4F}" dt="2025-04-22T18:04:51.445" v="425" actId="26606"/>
          <ac:spMkLst>
            <pc:docMk/>
            <pc:sldMk cId="3416646923" sldId="257"/>
            <ac:spMk id="17" creationId="{2AEFFFF2-9EB4-4B6C-B9F8-2BA3EF89A21C}"/>
          </ac:spMkLst>
        </pc:spChg>
        <pc:spChg chg="add">
          <ac:chgData name="Ricky Wan" userId="3190ee20-ff2a-4236-9707-2d0b662e03c7" providerId="ADAL" clId="{060507DF-7EC7-4845-BA5F-6A0E17B70B4F}" dt="2025-04-22T18:04:51.445" v="425" actId="26606"/>
          <ac:spMkLst>
            <pc:docMk/>
            <pc:sldMk cId="3416646923" sldId="257"/>
            <ac:spMk id="18" creationId="{0D65299F-028F-4AFC-B46A-8DB33E20FE4A}"/>
          </ac:spMkLst>
        </pc:spChg>
        <pc:spChg chg="add">
          <ac:chgData name="Ricky Wan" userId="3190ee20-ff2a-4236-9707-2d0b662e03c7" providerId="ADAL" clId="{060507DF-7EC7-4845-BA5F-6A0E17B70B4F}" dt="2025-04-22T18:04:51.445" v="425" actId="26606"/>
          <ac:spMkLst>
            <pc:docMk/>
            <pc:sldMk cId="3416646923" sldId="257"/>
            <ac:spMk id="19" creationId="{BAC87F6E-526A-49B5-995D-42DB656594C9}"/>
          </ac:spMkLst>
        </pc:spChg>
      </pc:sldChg>
      <pc:sldChg chg="addSp delSp modSp mod">
        <pc:chgData name="Ricky Wan" userId="3190ee20-ff2a-4236-9707-2d0b662e03c7" providerId="ADAL" clId="{060507DF-7EC7-4845-BA5F-6A0E17B70B4F}" dt="2025-04-22T18:04:39.036" v="419"/>
        <pc:sldMkLst>
          <pc:docMk/>
          <pc:sldMk cId="239293740" sldId="258"/>
        </pc:sldMkLst>
        <pc:spChg chg="mod">
          <ac:chgData name="Ricky Wan" userId="3190ee20-ff2a-4236-9707-2d0b662e03c7" providerId="ADAL" clId="{060507DF-7EC7-4845-BA5F-6A0E17B70B4F}" dt="2025-04-22T18:04:39.036" v="419"/>
          <ac:spMkLst>
            <pc:docMk/>
            <pc:sldMk cId="239293740" sldId="258"/>
            <ac:spMk id="2" creationId="{A7D24A49-46EB-FC10-7F74-8618DBF2BD5E}"/>
          </ac:spMkLst>
        </pc:spChg>
        <pc:spChg chg="add mod">
          <ac:chgData name="Ricky Wan" userId="3190ee20-ff2a-4236-9707-2d0b662e03c7" providerId="ADAL" clId="{060507DF-7EC7-4845-BA5F-6A0E17B70B4F}" dt="2025-04-22T18:00:28.897" v="379" actId="164"/>
          <ac:spMkLst>
            <pc:docMk/>
            <pc:sldMk cId="239293740" sldId="258"/>
            <ac:spMk id="9" creationId="{241EF172-8397-4B10-C81F-B6929EE86D76}"/>
          </ac:spMkLst>
        </pc:spChg>
        <pc:spChg chg="add mod">
          <ac:chgData name="Ricky Wan" userId="3190ee20-ff2a-4236-9707-2d0b662e03c7" providerId="ADAL" clId="{060507DF-7EC7-4845-BA5F-6A0E17B70B4F}" dt="2025-04-22T18:01:07.240" v="388" actId="1076"/>
          <ac:spMkLst>
            <pc:docMk/>
            <pc:sldMk cId="239293740" sldId="258"/>
            <ac:spMk id="10" creationId="{3C3F1DAE-FC1E-061A-CBFE-D81491FEE769}"/>
          </ac:spMkLst>
        </pc:spChg>
        <pc:spChg chg="add mod">
          <ac:chgData name="Ricky Wan" userId="3190ee20-ff2a-4236-9707-2d0b662e03c7" providerId="ADAL" clId="{060507DF-7EC7-4845-BA5F-6A0E17B70B4F}" dt="2025-04-22T18:00:44.026" v="383" actId="164"/>
          <ac:spMkLst>
            <pc:docMk/>
            <pc:sldMk cId="239293740" sldId="258"/>
            <ac:spMk id="11" creationId="{23A33F5A-4EE8-EEC9-A69B-4848B48E80CF}"/>
          </ac:spMkLst>
        </pc:spChg>
        <pc:spChg chg="add mod">
          <ac:chgData name="Ricky Wan" userId="3190ee20-ff2a-4236-9707-2d0b662e03c7" providerId="ADAL" clId="{060507DF-7EC7-4845-BA5F-6A0E17B70B4F}" dt="2025-04-22T18:00:28.897" v="379" actId="164"/>
          <ac:spMkLst>
            <pc:docMk/>
            <pc:sldMk cId="239293740" sldId="258"/>
            <ac:spMk id="13" creationId="{55D28773-F57C-9DFB-D47D-0FF9D94F87CA}"/>
          </ac:spMkLst>
        </pc:spChg>
        <pc:spChg chg="add mod">
          <ac:chgData name="Ricky Wan" userId="3190ee20-ff2a-4236-9707-2d0b662e03c7" providerId="ADAL" clId="{060507DF-7EC7-4845-BA5F-6A0E17B70B4F}" dt="2025-04-22T18:00:51.861" v="386" actId="1076"/>
          <ac:spMkLst>
            <pc:docMk/>
            <pc:sldMk cId="239293740" sldId="258"/>
            <ac:spMk id="14" creationId="{B76D5FF6-EBCC-E84F-EBC3-80143F338022}"/>
          </ac:spMkLst>
        </pc:spChg>
        <pc:spChg chg="add mod">
          <ac:chgData name="Ricky Wan" userId="3190ee20-ff2a-4236-9707-2d0b662e03c7" providerId="ADAL" clId="{060507DF-7EC7-4845-BA5F-6A0E17B70B4F}" dt="2025-04-22T18:00:44.026" v="383" actId="164"/>
          <ac:spMkLst>
            <pc:docMk/>
            <pc:sldMk cId="239293740" sldId="258"/>
            <ac:spMk id="15" creationId="{873E92E7-A56B-78B4-1CC3-477691DF39F9}"/>
          </ac:spMkLst>
        </pc:spChg>
        <pc:grpChg chg="add mod">
          <ac:chgData name="Ricky Wan" userId="3190ee20-ff2a-4236-9707-2d0b662e03c7" providerId="ADAL" clId="{060507DF-7EC7-4845-BA5F-6A0E17B70B4F}" dt="2025-04-22T18:00:48.543" v="384" actId="1076"/>
          <ac:grpSpMkLst>
            <pc:docMk/>
            <pc:sldMk cId="239293740" sldId="258"/>
            <ac:grpSpMk id="16" creationId="{CD1D7464-CFAC-459B-48F0-C923434D3E1D}"/>
          </ac:grpSpMkLst>
        </pc:grpChg>
        <pc:grpChg chg="add mod">
          <ac:chgData name="Ricky Wan" userId="3190ee20-ff2a-4236-9707-2d0b662e03c7" providerId="ADAL" clId="{060507DF-7EC7-4845-BA5F-6A0E17B70B4F}" dt="2025-04-22T18:01:11.860" v="389" actId="1076"/>
          <ac:grpSpMkLst>
            <pc:docMk/>
            <pc:sldMk cId="239293740" sldId="258"/>
            <ac:grpSpMk id="17" creationId="{E2753397-550B-1F9E-8CA4-5947C1DF5E85}"/>
          </ac:grpSpMkLst>
        </pc:grpChg>
        <pc:grpChg chg="add mod">
          <ac:chgData name="Ricky Wan" userId="3190ee20-ff2a-4236-9707-2d0b662e03c7" providerId="ADAL" clId="{060507DF-7EC7-4845-BA5F-6A0E17B70B4F}" dt="2025-04-22T18:01:18.692" v="390" actId="1076"/>
          <ac:grpSpMkLst>
            <pc:docMk/>
            <pc:sldMk cId="239293740" sldId="258"/>
            <ac:grpSpMk id="18" creationId="{BB46DB27-DC24-0916-4226-96CBC0525C67}"/>
          </ac:grpSpMkLst>
        </pc:grpChg>
      </pc:sldChg>
      <pc:sldChg chg="addSp delSp modSp mod setBg modClrScheme chgLayout">
        <pc:chgData name="Ricky Wan" userId="3190ee20-ff2a-4236-9707-2d0b662e03c7" providerId="ADAL" clId="{060507DF-7EC7-4845-BA5F-6A0E17B70B4F}" dt="2025-04-22T20:03:33.679" v="475" actId="14100"/>
        <pc:sldMkLst>
          <pc:docMk/>
          <pc:sldMk cId="1162997507" sldId="259"/>
        </pc:sldMkLst>
        <pc:spChg chg="mod ord">
          <ac:chgData name="Ricky Wan" userId="3190ee20-ff2a-4236-9707-2d0b662e03c7" providerId="ADAL" clId="{060507DF-7EC7-4845-BA5F-6A0E17B70B4F}" dt="2025-04-22T18:35:32.222" v="435" actId="700"/>
          <ac:spMkLst>
            <pc:docMk/>
            <pc:sldMk cId="1162997507" sldId="259"/>
            <ac:spMk id="2" creationId="{0FFB2702-25FA-522E-182A-B9DD9B77BA31}"/>
          </ac:spMkLst>
        </pc:spChg>
        <pc:picChg chg="add mod">
          <ac:chgData name="Ricky Wan" userId="3190ee20-ff2a-4236-9707-2d0b662e03c7" providerId="ADAL" clId="{060507DF-7EC7-4845-BA5F-6A0E17B70B4F}" dt="2025-04-22T20:03:28.813" v="474" actId="14100"/>
          <ac:picMkLst>
            <pc:docMk/>
            <pc:sldMk cId="1162997507" sldId="259"/>
            <ac:picMk id="6" creationId="{52187BA6-C160-D6EC-5DF0-0FA0267C118F}"/>
          </ac:picMkLst>
        </pc:picChg>
        <pc:picChg chg="add mod">
          <ac:chgData name="Ricky Wan" userId="3190ee20-ff2a-4236-9707-2d0b662e03c7" providerId="ADAL" clId="{060507DF-7EC7-4845-BA5F-6A0E17B70B4F}" dt="2025-04-22T20:03:33.679" v="475" actId="14100"/>
          <ac:picMkLst>
            <pc:docMk/>
            <pc:sldMk cId="1162997507" sldId="259"/>
            <ac:picMk id="8" creationId="{19AA2C00-BD90-B90D-20DF-9499AFA58344}"/>
          </ac:picMkLst>
        </pc:picChg>
      </pc:sldChg>
      <pc:sldChg chg="addSp delSp modSp mod setBg modClrScheme chgLayout">
        <pc:chgData name="Ricky Wan" userId="3190ee20-ff2a-4236-9707-2d0b662e03c7" providerId="ADAL" clId="{060507DF-7EC7-4845-BA5F-6A0E17B70B4F}" dt="2025-04-22T19:37:07.626" v="464" actId="1076"/>
        <pc:sldMkLst>
          <pc:docMk/>
          <pc:sldMk cId="2430541909" sldId="260"/>
        </pc:sldMkLst>
        <pc:spChg chg="mod ord">
          <ac:chgData name="Ricky Wan" userId="3190ee20-ff2a-4236-9707-2d0b662e03c7" providerId="ADAL" clId="{060507DF-7EC7-4845-BA5F-6A0E17B70B4F}" dt="2025-04-22T19:35:34.873" v="452" actId="700"/>
          <ac:spMkLst>
            <pc:docMk/>
            <pc:sldMk cId="2430541909" sldId="260"/>
            <ac:spMk id="2" creationId="{1C95D908-7AB5-6106-470A-74BC0B89861E}"/>
          </ac:spMkLst>
        </pc:spChg>
        <pc:picChg chg="add mod">
          <ac:chgData name="Ricky Wan" userId="3190ee20-ff2a-4236-9707-2d0b662e03c7" providerId="ADAL" clId="{060507DF-7EC7-4845-BA5F-6A0E17B70B4F}" dt="2025-04-22T19:37:00.427" v="463" actId="1076"/>
          <ac:picMkLst>
            <pc:docMk/>
            <pc:sldMk cId="2430541909" sldId="260"/>
            <ac:picMk id="6" creationId="{68411204-8BD7-5EA7-D281-D1748A2D298F}"/>
          </ac:picMkLst>
        </pc:picChg>
        <pc:picChg chg="add mod">
          <ac:chgData name="Ricky Wan" userId="3190ee20-ff2a-4236-9707-2d0b662e03c7" providerId="ADAL" clId="{060507DF-7EC7-4845-BA5F-6A0E17B70B4F}" dt="2025-04-22T19:37:07.626" v="464" actId="1076"/>
          <ac:picMkLst>
            <pc:docMk/>
            <pc:sldMk cId="2430541909" sldId="260"/>
            <ac:picMk id="8" creationId="{85139D70-F92B-CBEA-F7C9-BC57CFCA6034}"/>
          </ac:picMkLst>
        </pc:picChg>
      </pc:sldChg>
      <pc:sldChg chg="addSp delSp modSp mod setBg addAnim delAnim setClrOvrMap">
        <pc:chgData name="Ricky Wan" userId="3190ee20-ff2a-4236-9707-2d0b662e03c7" providerId="ADAL" clId="{060507DF-7EC7-4845-BA5F-6A0E17B70B4F}" dt="2025-05-05T00:26:19.205" v="588" actId="1076"/>
        <pc:sldMkLst>
          <pc:docMk/>
          <pc:sldMk cId="1155777914" sldId="261"/>
        </pc:sldMkLst>
        <pc:spChg chg="mod ord">
          <ac:chgData name="Ricky Wan" userId="3190ee20-ff2a-4236-9707-2d0b662e03c7" providerId="ADAL" clId="{060507DF-7EC7-4845-BA5F-6A0E17B70B4F}" dt="2025-04-22T18:04:39.036" v="419"/>
          <ac:spMkLst>
            <pc:docMk/>
            <pc:sldMk cId="1155777914" sldId="261"/>
            <ac:spMk id="2" creationId="{28E7FEAC-65F8-4ABB-CF53-26BB8CD56E30}"/>
          </ac:spMkLst>
        </pc:spChg>
        <pc:picChg chg="add del mod">
          <ac:chgData name="Ricky Wan" userId="3190ee20-ff2a-4236-9707-2d0b662e03c7" providerId="ADAL" clId="{060507DF-7EC7-4845-BA5F-6A0E17B70B4F}" dt="2025-05-05T00:18:33.973" v="506" actId="478"/>
          <ac:picMkLst>
            <pc:docMk/>
            <pc:sldMk cId="1155777914" sldId="261"/>
            <ac:picMk id="4" creationId="{8CC99C79-819B-2BD8-DE93-137B49B7DC87}"/>
          </ac:picMkLst>
        </pc:picChg>
        <pc:picChg chg="add del mod">
          <ac:chgData name="Ricky Wan" userId="3190ee20-ff2a-4236-9707-2d0b662e03c7" providerId="ADAL" clId="{060507DF-7EC7-4845-BA5F-6A0E17B70B4F}" dt="2025-05-05T00:25:58.204" v="579" actId="478"/>
          <ac:picMkLst>
            <pc:docMk/>
            <pc:sldMk cId="1155777914" sldId="261"/>
            <ac:picMk id="6" creationId="{8E9E946E-E9E0-597A-D245-70B10F86CB98}"/>
          </ac:picMkLst>
        </pc:picChg>
        <pc:picChg chg="add del mod">
          <ac:chgData name="Ricky Wan" userId="3190ee20-ff2a-4236-9707-2d0b662e03c7" providerId="ADAL" clId="{060507DF-7EC7-4845-BA5F-6A0E17B70B4F}" dt="2025-05-05T00:13:25.034" v="495" actId="478"/>
          <ac:picMkLst>
            <pc:docMk/>
            <pc:sldMk cId="1155777914" sldId="261"/>
            <ac:picMk id="8" creationId="{E59360DD-E0B9-4D18-1AF9-EEDE83A354AE}"/>
          </ac:picMkLst>
        </pc:picChg>
        <pc:picChg chg="add mod">
          <ac:chgData name="Ricky Wan" userId="3190ee20-ff2a-4236-9707-2d0b662e03c7" providerId="ADAL" clId="{060507DF-7EC7-4845-BA5F-6A0E17B70B4F}" dt="2025-05-05T00:26:19.205" v="588" actId="1076"/>
          <ac:picMkLst>
            <pc:docMk/>
            <pc:sldMk cId="1155777914" sldId="261"/>
            <ac:picMk id="9" creationId="{BBBA1544-AF1A-A747-5AAE-028CBD29AA52}"/>
          </ac:picMkLst>
        </pc:picChg>
      </pc:sldChg>
      <pc:sldChg chg="addSp delSp modSp mod setBg">
        <pc:chgData name="Ricky Wan" userId="3190ee20-ff2a-4236-9707-2d0b662e03c7" providerId="ADAL" clId="{060507DF-7EC7-4845-BA5F-6A0E17B70B4F}" dt="2025-05-05T00:19:44.283" v="522" actId="1076"/>
        <pc:sldMkLst>
          <pc:docMk/>
          <pc:sldMk cId="4099776560" sldId="262"/>
        </pc:sldMkLst>
        <pc:spChg chg="mod">
          <ac:chgData name="Ricky Wan" userId="3190ee20-ff2a-4236-9707-2d0b662e03c7" providerId="ADAL" clId="{060507DF-7EC7-4845-BA5F-6A0E17B70B4F}" dt="2025-04-22T18:04:39.036" v="419"/>
          <ac:spMkLst>
            <pc:docMk/>
            <pc:sldMk cId="4099776560" sldId="262"/>
            <ac:spMk id="2" creationId="{F071EAD3-6696-02CC-521C-FDE429F41FC8}"/>
          </ac:spMkLst>
        </pc:spChg>
        <pc:picChg chg="add del mod">
          <ac:chgData name="Ricky Wan" userId="3190ee20-ff2a-4236-9707-2d0b662e03c7" providerId="ADAL" clId="{060507DF-7EC7-4845-BA5F-6A0E17B70B4F}" dt="2025-05-05T00:19:23.407" v="513" actId="478"/>
          <ac:picMkLst>
            <pc:docMk/>
            <pc:sldMk cId="4099776560" sldId="262"/>
            <ac:picMk id="4" creationId="{4B0FDBBA-D529-441E-E0C7-57F09096B741}"/>
          </ac:picMkLst>
        </pc:picChg>
        <pc:picChg chg="add mod">
          <ac:chgData name="Ricky Wan" userId="3190ee20-ff2a-4236-9707-2d0b662e03c7" providerId="ADAL" clId="{060507DF-7EC7-4845-BA5F-6A0E17B70B4F}" dt="2025-05-05T00:19:44.283" v="522" actId="1076"/>
          <ac:picMkLst>
            <pc:docMk/>
            <pc:sldMk cId="4099776560" sldId="262"/>
            <ac:picMk id="6" creationId="{1D1B31ED-069A-1D47-EB5F-8CC0BD5AF3F3}"/>
          </ac:picMkLst>
        </pc:picChg>
        <pc:picChg chg="add del mod">
          <ac:chgData name="Ricky Wan" userId="3190ee20-ff2a-4236-9707-2d0b662e03c7" providerId="ADAL" clId="{060507DF-7EC7-4845-BA5F-6A0E17B70B4F}" dt="2025-05-05T00:00:39.507" v="486" actId="478"/>
          <ac:picMkLst>
            <pc:docMk/>
            <pc:sldMk cId="4099776560" sldId="262"/>
            <ac:picMk id="7" creationId="{6EA4A110-1804-5EBC-75C2-814EC1881155}"/>
          </ac:picMkLst>
        </pc:picChg>
      </pc:sldChg>
      <pc:sldChg chg="new del">
        <pc:chgData name="Ricky Wan" userId="3190ee20-ff2a-4236-9707-2d0b662e03c7" providerId="ADAL" clId="{060507DF-7EC7-4845-BA5F-6A0E17B70B4F}" dt="2025-04-22T17:49:12.821" v="214" actId="2696"/>
        <pc:sldMkLst>
          <pc:docMk/>
          <pc:sldMk cId="724077546" sldId="263"/>
        </pc:sldMkLst>
      </pc:sldChg>
      <pc:sldChg chg="modSp">
        <pc:chgData name="Ricky Wan" userId="3190ee20-ff2a-4236-9707-2d0b662e03c7" providerId="ADAL" clId="{060507DF-7EC7-4845-BA5F-6A0E17B70B4F}" dt="2025-05-05T00:23:33.647" v="578" actId="20578"/>
        <pc:sldMkLst>
          <pc:docMk/>
          <pc:sldMk cId="3432174882" sldId="263"/>
        </pc:sldMkLst>
        <pc:spChg chg="mod">
          <ac:chgData name="Ricky Wan" userId="3190ee20-ff2a-4236-9707-2d0b662e03c7" providerId="ADAL" clId="{060507DF-7EC7-4845-BA5F-6A0E17B70B4F}" dt="2025-05-05T00:23:33.647" v="578" actId="20578"/>
          <ac:spMkLst>
            <pc:docMk/>
            <pc:sldMk cId="3432174882" sldId="263"/>
            <ac:spMk id="3" creationId="{61FB97FD-DB9D-E8B2-3DB8-233A06BDE61C}"/>
          </ac:spMkLst>
        </pc:spChg>
      </pc:sldChg>
      <pc:sldChg chg="addSp delSp modSp new mod">
        <pc:chgData name="Ricky Wan" userId="3190ee20-ff2a-4236-9707-2d0b662e03c7" providerId="ADAL" clId="{060507DF-7EC7-4845-BA5F-6A0E17B70B4F}" dt="2025-05-05T00:22:56.028" v="577" actId="1076"/>
        <pc:sldMkLst>
          <pc:docMk/>
          <pc:sldMk cId="885227709" sldId="264"/>
        </pc:sldMkLst>
        <pc:spChg chg="add del mod">
          <ac:chgData name="Ricky Wan" userId="3190ee20-ff2a-4236-9707-2d0b662e03c7" providerId="ADAL" clId="{060507DF-7EC7-4845-BA5F-6A0E17B70B4F}" dt="2025-05-05T00:22:56.028" v="577" actId="1076"/>
          <ac:spMkLst>
            <pc:docMk/>
            <pc:sldMk cId="885227709" sldId="264"/>
            <ac:spMk id="2" creationId="{C67A5F10-E8AA-0475-9FA8-CBD90A3F293A}"/>
          </ac:spMkLst>
        </pc:spChg>
        <pc:spChg chg="del mod">
          <ac:chgData name="Ricky Wan" userId="3190ee20-ff2a-4236-9707-2d0b662e03c7" providerId="ADAL" clId="{060507DF-7EC7-4845-BA5F-6A0E17B70B4F}" dt="2025-05-05T00:22:39.190" v="575" actId="478"/>
          <ac:spMkLst>
            <pc:docMk/>
            <pc:sldMk cId="885227709" sldId="264"/>
            <ac:spMk id="3" creationId="{D959C28E-0516-6D62-D59F-8BE51E1C55E0}"/>
          </ac:spMkLst>
        </pc:spChg>
      </pc:sldChg>
    </pc:docChg>
  </pc:docChgLst>
  <pc:docChgLst>
    <pc:chgData name="Rafe Burns" userId="S::rburns03@syr.edu::19ae4a28-8294-4190-b38d-34fa0d78886b" providerId="AD" clId="Web-{53F1ADC5-2047-0A8C-384E-D715DB3979B5}"/>
    <pc:docChg chg="addSld modSld sldOrd">
      <pc:chgData name="Rafe Burns" userId="S::rburns03@syr.edu::19ae4a28-8294-4190-b38d-34fa0d78886b" providerId="AD" clId="Web-{53F1ADC5-2047-0A8C-384E-D715DB3979B5}" dt="2025-05-05T00:13:07.556" v="661" actId="20577"/>
      <pc:docMkLst>
        <pc:docMk/>
      </pc:docMkLst>
      <pc:sldChg chg="modSp new ord">
        <pc:chgData name="Rafe Burns" userId="S::rburns03@syr.edu::19ae4a28-8294-4190-b38d-34fa0d78886b" providerId="AD" clId="Web-{53F1ADC5-2047-0A8C-384E-D715DB3979B5}" dt="2025-05-05T00:13:07.556" v="661" actId="20577"/>
        <pc:sldMkLst>
          <pc:docMk/>
          <pc:sldMk cId="3432174882" sldId="263"/>
        </pc:sldMkLst>
        <pc:spChg chg="mod">
          <ac:chgData name="Rafe Burns" userId="S::rburns03@syr.edu::19ae4a28-8294-4190-b38d-34fa0d78886b" providerId="AD" clId="Web-{53F1ADC5-2047-0A8C-384E-D715DB3979B5}" dt="2025-05-05T00:13:07.556" v="661" actId="20577"/>
          <ac:spMkLst>
            <pc:docMk/>
            <pc:sldMk cId="3432174882" sldId="263"/>
            <ac:spMk id="2" creationId="{B9B38785-916D-8FC0-FD04-D6FCC89CE193}"/>
          </ac:spMkLst>
        </pc:spChg>
        <pc:spChg chg="mod">
          <ac:chgData name="Rafe Burns" userId="S::rburns03@syr.edu::19ae4a28-8294-4190-b38d-34fa0d78886b" providerId="AD" clId="Web-{53F1ADC5-2047-0A8C-384E-D715DB3979B5}" dt="2025-05-05T00:12:13.946" v="616" actId="20577"/>
          <ac:spMkLst>
            <pc:docMk/>
            <pc:sldMk cId="3432174882" sldId="263"/>
            <ac:spMk id="3" creationId="{61FB97FD-DB9D-E8B2-3DB8-233A06BDE61C}"/>
          </ac:spMkLst>
        </pc:spChg>
      </pc:sldChg>
    </pc:docChg>
  </pc:docChgLst>
  <pc:docChgLst>
    <pc:chgData name="Joel Jeriel Barnes" userId="S::jjbarnes@syr.edu::1c7046dd-3b81-4594-b2b4-d0e24241aa6e" providerId="AD" clId="Web-{4C859AB8-0FAC-5619-9D9B-46F162FC5FA9}"/>
    <pc:docChg chg="addSld modSld">
      <pc:chgData name="Joel Jeriel Barnes" userId="S::jjbarnes@syr.edu::1c7046dd-3b81-4594-b2b4-d0e24241aa6e" providerId="AD" clId="Web-{4C859AB8-0FAC-5619-9D9B-46F162FC5FA9}" dt="2025-04-21T20:41:58.079" v="104" actId="20577"/>
      <pc:docMkLst>
        <pc:docMk/>
      </pc:docMkLst>
      <pc:sldChg chg="modSp">
        <pc:chgData name="Joel Jeriel Barnes" userId="S::jjbarnes@syr.edu::1c7046dd-3b81-4594-b2b4-d0e24241aa6e" providerId="AD" clId="Web-{4C859AB8-0FAC-5619-9D9B-46F162FC5FA9}" dt="2025-04-21T20:38:48.465" v="47" actId="20577"/>
        <pc:sldMkLst>
          <pc:docMk/>
          <pc:sldMk cId="109857222" sldId="256"/>
        </pc:sldMkLst>
        <pc:spChg chg="mod">
          <ac:chgData name="Joel Jeriel Barnes" userId="S::jjbarnes@syr.edu::1c7046dd-3b81-4594-b2b4-d0e24241aa6e" providerId="AD" clId="Web-{4C859AB8-0FAC-5619-9D9B-46F162FC5FA9}" dt="2025-04-21T20:38:41.996" v="41" actId="20577"/>
          <ac:spMkLst>
            <pc:docMk/>
            <pc:sldMk cId="109857222" sldId="256"/>
            <ac:spMk id="2" creationId="{00000000-0000-0000-0000-000000000000}"/>
          </ac:spMkLst>
        </pc:spChg>
        <pc:spChg chg="mod">
          <ac:chgData name="Joel Jeriel Barnes" userId="S::jjbarnes@syr.edu::1c7046dd-3b81-4594-b2b4-d0e24241aa6e" providerId="AD" clId="Web-{4C859AB8-0FAC-5619-9D9B-46F162FC5FA9}" dt="2025-04-21T20:38:48.465" v="47" actId="20577"/>
          <ac:spMkLst>
            <pc:docMk/>
            <pc:sldMk cId="109857222" sldId="256"/>
            <ac:spMk id="3" creationId="{00000000-0000-0000-0000-000000000000}"/>
          </ac:spMkLst>
        </pc:spChg>
      </pc:sldChg>
      <pc:sldChg chg="modSp new">
        <pc:chgData name="Joel Jeriel Barnes" userId="S::jjbarnes@syr.edu::1c7046dd-3b81-4594-b2b4-d0e24241aa6e" providerId="AD" clId="Web-{4C859AB8-0FAC-5619-9D9B-46F162FC5FA9}" dt="2025-04-21T20:39:37.544" v="62" actId="20577"/>
        <pc:sldMkLst>
          <pc:docMk/>
          <pc:sldMk cId="3416646923" sldId="257"/>
        </pc:sldMkLst>
        <pc:spChg chg="mod">
          <ac:chgData name="Joel Jeriel Barnes" userId="S::jjbarnes@syr.edu::1c7046dd-3b81-4594-b2b4-d0e24241aa6e" providerId="AD" clId="Web-{4C859AB8-0FAC-5619-9D9B-46F162FC5FA9}" dt="2025-04-21T20:39:37.544" v="62" actId="20577"/>
          <ac:spMkLst>
            <pc:docMk/>
            <pc:sldMk cId="3416646923" sldId="257"/>
            <ac:spMk id="2" creationId="{9BFD9AA7-5FE5-C100-8880-5D2F4062F013}"/>
          </ac:spMkLst>
        </pc:spChg>
      </pc:sldChg>
      <pc:sldChg chg="modSp new">
        <pc:chgData name="Joel Jeriel Barnes" userId="S::jjbarnes@syr.edu::1c7046dd-3b81-4594-b2b4-d0e24241aa6e" providerId="AD" clId="Web-{4C859AB8-0FAC-5619-9D9B-46F162FC5FA9}" dt="2025-04-21T20:40:08.529" v="71" actId="20577"/>
        <pc:sldMkLst>
          <pc:docMk/>
          <pc:sldMk cId="239293740" sldId="258"/>
        </pc:sldMkLst>
        <pc:spChg chg="mod">
          <ac:chgData name="Joel Jeriel Barnes" userId="S::jjbarnes@syr.edu::1c7046dd-3b81-4594-b2b4-d0e24241aa6e" providerId="AD" clId="Web-{4C859AB8-0FAC-5619-9D9B-46F162FC5FA9}" dt="2025-04-21T20:40:08.529" v="71" actId="20577"/>
          <ac:spMkLst>
            <pc:docMk/>
            <pc:sldMk cId="239293740" sldId="258"/>
            <ac:spMk id="2" creationId="{A7D24A49-46EB-FC10-7F74-8618DBF2BD5E}"/>
          </ac:spMkLst>
        </pc:spChg>
      </pc:sldChg>
      <pc:sldChg chg="modSp new">
        <pc:chgData name="Joel Jeriel Barnes" userId="S::jjbarnes@syr.edu::1c7046dd-3b81-4594-b2b4-d0e24241aa6e" providerId="AD" clId="Web-{4C859AB8-0FAC-5619-9D9B-46F162FC5FA9}" dt="2025-04-21T20:40:25.248" v="79" actId="20577"/>
        <pc:sldMkLst>
          <pc:docMk/>
          <pc:sldMk cId="1162997507" sldId="259"/>
        </pc:sldMkLst>
        <pc:spChg chg="mod">
          <ac:chgData name="Joel Jeriel Barnes" userId="S::jjbarnes@syr.edu::1c7046dd-3b81-4594-b2b4-d0e24241aa6e" providerId="AD" clId="Web-{4C859AB8-0FAC-5619-9D9B-46F162FC5FA9}" dt="2025-04-21T20:40:25.248" v="79" actId="20577"/>
          <ac:spMkLst>
            <pc:docMk/>
            <pc:sldMk cId="1162997507" sldId="259"/>
            <ac:spMk id="2" creationId="{0FFB2702-25FA-522E-182A-B9DD9B77BA31}"/>
          </ac:spMkLst>
        </pc:spChg>
      </pc:sldChg>
      <pc:sldChg chg="modSp new">
        <pc:chgData name="Joel Jeriel Barnes" userId="S::jjbarnes@syr.edu::1c7046dd-3b81-4594-b2b4-d0e24241aa6e" providerId="AD" clId="Web-{4C859AB8-0FAC-5619-9D9B-46F162FC5FA9}" dt="2025-04-21T20:40:52.937" v="90" actId="20577"/>
        <pc:sldMkLst>
          <pc:docMk/>
          <pc:sldMk cId="2430541909" sldId="260"/>
        </pc:sldMkLst>
        <pc:spChg chg="mod">
          <ac:chgData name="Joel Jeriel Barnes" userId="S::jjbarnes@syr.edu::1c7046dd-3b81-4594-b2b4-d0e24241aa6e" providerId="AD" clId="Web-{4C859AB8-0FAC-5619-9D9B-46F162FC5FA9}" dt="2025-04-21T20:40:52.937" v="90" actId="20577"/>
          <ac:spMkLst>
            <pc:docMk/>
            <pc:sldMk cId="2430541909" sldId="260"/>
            <ac:spMk id="2" creationId="{1C95D908-7AB5-6106-470A-74BC0B89861E}"/>
          </ac:spMkLst>
        </pc:spChg>
      </pc:sldChg>
      <pc:sldChg chg="modSp new">
        <pc:chgData name="Joel Jeriel Barnes" userId="S::jjbarnes@syr.edu::1c7046dd-3b81-4594-b2b4-d0e24241aa6e" providerId="AD" clId="Web-{4C859AB8-0FAC-5619-9D9B-46F162FC5FA9}" dt="2025-04-21T20:41:09.093" v="98" actId="20577"/>
        <pc:sldMkLst>
          <pc:docMk/>
          <pc:sldMk cId="1155777914" sldId="261"/>
        </pc:sldMkLst>
        <pc:spChg chg="mod">
          <ac:chgData name="Joel Jeriel Barnes" userId="S::jjbarnes@syr.edu::1c7046dd-3b81-4594-b2b4-d0e24241aa6e" providerId="AD" clId="Web-{4C859AB8-0FAC-5619-9D9B-46F162FC5FA9}" dt="2025-04-21T20:41:09.093" v="98" actId="20577"/>
          <ac:spMkLst>
            <pc:docMk/>
            <pc:sldMk cId="1155777914" sldId="261"/>
            <ac:spMk id="2" creationId="{28E7FEAC-65F8-4ABB-CF53-26BB8CD56E30}"/>
          </ac:spMkLst>
        </pc:spChg>
      </pc:sldChg>
      <pc:sldChg chg="modSp new">
        <pc:chgData name="Joel Jeriel Barnes" userId="S::jjbarnes@syr.edu::1c7046dd-3b81-4594-b2b4-d0e24241aa6e" providerId="AD" clId="Web-{4C859AB8-0FAC-5619-9D9B-46F162FC5FA9}" dt="2025-04-21T20:41:58.079" v="104" actId="20577"/>
        <pc:sldMkLst>
          <pc:docMk/>
          <pc:sldMk cId="4099776560" sldId="262"/>
        </pc:sldMkLst>
        <pc:spChg chg="mod">
          <ac:chgData name="Joel Jeriel Barnes" userId="S::jjbarnes@syr.edu::1c7046dd-3b81-4594-b2b4-d0e24241aa6e" providerId="AD" clId="Web-{4C859AB8-0FAC-5619-9D9B-46F162FC5FA9}" dt="2025-04-21T20:41:58.079" v="104" actId="20577"/>
          <ac:spMkLst>
            <pc:docMk/>
            <pc:sldMk cId="4099776560" sldId="262"/>
            <ac:spMk id="2" creationId="{F071EAD3-6696-02CC-521C-FDE429F41FC8}"/>
          </ac:spMkLst>
        </pc:spChg>
      </pc:sldChg>
    </pc:docChg>
  </pc:docChgLst>
  <pc:docChgLst>
    <pc:chgData name="Joel Jeriel Barnes" userId="S::jjbarnes@syr.edu::1c7046dd-3b81-4594-b2b4-d0e24241aa6e" providerId="AD" clId="Web-{BA12C683-C052-7E9E-2404-633AD7870E22}"/>
    <pc:docChg chg="addSld modSld">
      <pc:chgData name="Joel Jeriel Barnes" userId="S::jjbarnes@syr.edu::1c7046dd-3b81-4594-b2b4-d0e24241aa6e" providerId="AD" clId="Web-{BA12C683-C052-7E9E-2404-633AD7870E22}" dt="2025-05-07T17:37:06.871" v="85" actId="20577"/>
      <pc:docMkLst>
        <pc:docMk/>
      </pc:docMkLst>
      <pc:sldChg chg="modSp new">
        <pc:chgData name="Joel Jeriel Barnes" userId="S::jjbarnes@syr.edu::1c7046dd-3b81-4594-b2b4-d0e24241aa6e" providerId="AD" clId="Web-{BA12C683-C052-7E9E-2404-633AD7870E22}" dt="2025-05-07T17:37:06.871" v="85" actId="20577"/>
        <pc:sldMkLst>
          <pc:docMk/>
          <pc:sldMk cId="1322821073" sldId="265"/>
        </pc:sldMkLst>
        <pc:spChg chg="mod">
          <ac:chgData name="Joel Jeriel Barnes" userId="S::jjbarnes@syr.edu::1c7046dd-3b81-4594-b2b4-d0e24241aa6e" providerId="AD" clId="Web-{BA12C683-C052-7E9E-2404-633AD7870E22}" dt="2025-05-07T17:35:07.773" v="4" actId="20577"/>
          <ac:spMkLst>
            <pc:docMk/>
            <pc:sldMk cId="1322821073" sldId="265"/>
            <ac:spMk id="2" creationId="{AAEA0238-8D40-7A93-2AB2-46D3D7A3AD21}"/>
          </ac:spMkLst>
        </pc:spChg>
        <pc:spChg chg="mod">
          <ac:chgData name="Joel Jeriel Barnes" userId="S::jjbarnes@syr.edu::1c7046dd-3b81-4594-b2b4-d0e24241aa6e" providerId="AD" clId="Web-{BA12C683-C052-7E9E-2404-633AD7870E22}" dt="2025-05-07T17:37:06.871" v="85" actId="20577"/>
          <ac:spMkLst>
            <pc:docMk/>
            <pc:sldMk cId="1322821073" sldId="265"/>
            <ac:spMk id="3" creationId="{662AA1B8-CA1F-248D-2E68-D7646FDF822A}"/>
          </ac:spMkLst>
        </pc:spChg>
      </pc:sldChg>
    </pc:docChg>
  </pc:docChgLst>
  <pc:docChgLst>
    <pc:chgData name="Arya Patil" userId="S::apatil41@syr.edu::b49f7cd1-f614-4592-8359-6fb4fbfb366d" providerId="AD" clId="Web-{A16331EA-15F1-1320-6992-5EC7149D0490}"/>
    <pc:docChg chg="modSld">
      <pc:chgData name="Arya Patil" userId="S::apatil41@syr.edu::b49f7cd1-f614-4592-8359-6fb4fbfb366d" providerId="AD" clId="Web-{A16331EA-15F1-1320-6992-5EC7149D0490}" dt="2025-05-05T00:01:35.282" v="0" actId="20577"/>
      <pc:docMkLst>
        <pc:docMk/>
      </pc:docMkLst>
      <pc:sldChg chg="modSp">
        <pc:chgData name="Arya Patil" userId="S::apatil41@syr.edu::b49f7cd1-f614-4592-8359-6fb4fbfb366d" providerId="AD" clId="Web-{A16331EA-15F1-1320-6992-5EC7149D0490}" dt="2025-05-05T00:01:35.282" v="0" actId="20577"/>
        <pc:sldMkLst>
          <pc:docMk/>
          <pc:sldMk cId="3416646923" sldId="257"/>
        </pc:sldMkLst>
        <pc:spChg chg="mod">
          <ac:chgData name="Arya Patil" userId="S::apatil41@syr.edu::b49f7cd1-f614-4592-8359-6fb4fbfb366d" providerId="AD" clId="Web-{A16331EA-15F1-1320-6992-5EC7149D0490}" dt="2025-05-05T00:01:35.282" v="0" actId="20577"/>
          <ac:spMkLst>
            <pc:docMk/>
            <pc:sldMk cId="3416646923" sldId="257"/>
            <ac:spMk id="3" creationId="{DA7E5A22-B27C-877B-53BC-E19BC184272C}"/>
          </ac:spMkLst>
        </pc:spChg>
      </pc:sldChg>
    </pc:docChg>
  </pc:docChgLst>
  <pc:docChgLst>
    <pc:chgData name="Arya Patil" userId="S::apatil41@syr.edu::b49f7cd1-f614-4592-8359-6fb4fbfb366d" providerId="AD" clId="Web-{F08445A0-CCCE-8546-D3DC-2227F28B7D70}"/>
    <pc:docChg chg="modSld">
      <pc:chgData name="Arya Patil" userId="S::apatil41@syr.edu::b49f7cd1-f614-4592-8359-6fb4fbfb366d" providerId="AD" clId="Web-{F08445A0-CCCE-8546-D3DC-2227F28B7D70}" dt="2025-05-05T00:20:31.488" v="75"/>
      <pc:docMkLst>
        <pc:docMk/>
      </pc:docMkLst>
      <pc:sldChg chg="modNotes">
        <pc:chgData name="Arya Patil" userId="S::apatil41@syr.edu::b49f7cd1-f614-4592-8359-6fb4fbfb366d" providerId="AD" clId="Web-{F08445A0-CCCE-8546-D3DC-2227F28B7D70}" dt="2025-05-05T00:20:31.488" v="75"/>
        <pc:sldMkLst>
          <pc:docMk/>
          <pc:sldMk cId="1155777914" sldId="261"/>
        </pc:sldMkLst>
      </pc:sldChg>
    </pc:docChg>
  </pc:docChgLst>
  <pc:docChgLst>
    <pc:chgData name="Aaron Rofe" userId="S::ajrofe@syr.edu::e70d99a0-29fc-4871-9e0b-aaadd1348f7d" providerId="AD" clId="Web-{168077F0-42CF-BA78-8B3E-F63EC7A3F769}"/>
    <pc:docChg chg="modSld">
      <pc:chgData name="Aaron Rofe" userId="S::ajrofe@syr.edu::e70d99a0-29fc-4871-9e0b-aaadd1348f7d" providerId="AD" clId="Web-{168077F0-42CF-BA78-8B3E-F63EC7A3F769}" dt="2025-05-05T00:34:12.644" v="2" actId="14100"/>
      <pc:docMkLst>
        <pc:docMk/>
      </pc:docMkLst>
      <pc:sldChg chg="modSp">
        <pc:chgData name="Aaron Rofe" userId="S::ajrofe@syr.edu::e70d99a0-29fc-4871-9e0b-aaadd1348f7d" providerId="AD" clId="Web-{168077F0-42CF-BA78-8B3E-F63EC7A3F769}" dt="2025-05-05T00:34:12.644" v="2" actId="14100"/>
        <pc:sldMkLst>
          <pc:docMk/>
          <pc:sldMk cId="2430541909" sldId="260"/>
        </pc:sldMkLst>
        <pc:picChg chg="mod">
          <ac:chgData name="Aaron Rofe" userId="S::ajrofe@syr.edu::e70d99a0-29fc-4871-9e0b-aaadd1348f7d" providerId="AD" clId="Web-{168077F0-42CF-BA78-8B3E-F63EC7A3F769}" dt="2025-05-05T00:34:12.644" v="2" actId="14100"/>
          <ac:picMkLst>
            <pc:docMk/>
            <pc:sldMk cId="2430541909" sldId="260"/>
            <ac:picMk id="6" creationId="{68411204-8BD7-5EA7-D281-D1748A2D298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87771B-21B9-4296-B6AB-C5B36B0C2F9D}" type="datetimeFigureOut">
              <a:t>5/7/2025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AE3FDE-63D0-42B1-92CE-5280AE149572}" type="slidenum">
              <a:t>‹#›</a:t>
            </a:fld>
            <a:endParaRPr lang="en-US"/>
          </a:p>
        </p:txBody>
      </p:sp>
    </p:spTree>
    <p:extLst>
      <p:ext uri="{BB962C8B-B14F-4D97-AF65-F5344CB8AC3E}">
        <p14:creationId xmlns:p14="http://schemas.microsoft.com/office/powerpoint/2010/main" val="1623717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-Entity Relationship Diagram Model</a:t>
            </a:r>
          </a:p>
          <a:p>
            <a:r>
              <a:rPr lang="en-US">
                <a:ea typeface="Calibri"/>
                <a:cs typeface="Calibri"/>
              </a:rPr>
              <a:t>-8 Entities</a:t>
            </a:r>
          </a:p>
          <a:p>
            <a:r>
              <a:rPr lang="en-US">
                <a:ea typeface="Calibri"/>
                <a:cs typeface="Calibri"/>
              </a:rPr>
              <a:t>-</a:t>
            </a:r>
          </a:p>
        </p:txBody>
      </p:sp>
      <p:sp>
        <p:nvSpPr>
          <p:cNvPr id="4" name="Slide Number Placeholder 3"/>
          <p:cNvSpPr>
            <a:spLocks noGrp="1"/>
          </p:cNvSpPr>
          <p:nvPr>
            <p:ph type="sldNum" sz="quarter" idx="5"/>
          </p:nvPr>
        </p:nvSpPr>
        <p:spPr/>
        <p:txBody>
          <a:bodyPr/>
          <a:lstStyle/>
          <a:p>
            <a:fld id="{02AE3FDE-63D0-42B1-92CE-5280AE149572}" type="slidenum">
              <a:t>4</a:t>
            </a:fld>
            <a:endParaRPr lang="en-US"/>
          </a:p>
        </p:txBody>
      </p:sp>
    </p:spTree>
    <p:extLst>
      <p:ext uri="{BB962C8B-B14F-4D97-AF65-F5344CB8AC3E}">
        <p14:creationId xmlns:p14="http://schemas.microsoft.com/office/powerpoint/2010/main" val="1722300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Present relationships regarding each cell</a:t>
            </a:r>
          </a:p>
        </p:txBody>
      </p:sp>
      <p:sp>
        <p:nvSpPr>
          <p:cNvPr id="4" name="Slide Number Placeholder 3"/>
          <p:cNvSpPr>
            <a:spLocks noGrp="1"/>
          </p:cNvSpPr>
          <p:nvPr>
            <p:ph type="sldNum" sz="quarter" idx="5"/>
          </p:nvPr>
        </p:nvSpPr>
        <p:spPr/>
        <p:txBody>
          <a:bodyPr/>
          <a:lstStyle/>
          <a:p>
            <a:fld id="{02AE3FDE-63D0-42B1-92CE-5280AE149572}" type="slidenum">
              <a:rPr lang="en-US"/>
              <a:t>6</a:t>
            </a:fld>
            <a:endParaRPr lang="en-US"/>
          </a:p>
        </p:txBody>
      </p:sp>
    </p:spTree>
    <p:extLst>
      <p:ext uri="{BB962C8B-B14F-4D97-AF65-F5344CB8AC3E}">
        <p14:creationId xmlns:p14="http://schemas.microsoft.com/office/powerpoint/2010/main" val="1147606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22557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78937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268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846CE7D5-CF57-46EF-B807-FDD0502418D4}" type="datetimeFigureOut">
              <a:rPr lang="en-US" smtClean="0"/>
              <a:t>5/7/2025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48001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846CE7D5-CF57-46EF-B807-FDD0502418D4}" type="datetimeFigureOut">
              <a:rPr lang="en-US" smtClean="0"/>
              <a:t>5/7/2025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70738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80882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88588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846CE7D5-CF57-46EF-B807-FDD0502418D4}" type="datetimeFigureOut">
              <a:rPr lang="en-US" smtClean="0"/>
              <a:t>5/7/2025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a:p>
        </p:txBody>
      </p:sp>
      <p:sp>
        <p:nvSpPr>
          <p:cNvPr id="11" name="Slide Number Placeholder 10"/>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88786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85000"/>
            </a:schemeClr>
          </a:solidFill>
        </p:spPr>
        <p:txBody>
          <a:bodyPr anchor="t"/>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846CE7D5-CF57-46EF-B807-FDD0502418D4}" type="datetimeFigureOut">
              <a:rPr lang="en-US" smtClean="0"/>
              <a:t>5/7/2025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a:p>
        </p:txBody>
      </p:sp>
      <p:sp>
        <p:nvSpPr>
          <p:cNvPr id="10" name="Slide Number Placeholder 9"/>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04674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174187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76176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846CE7D5-CF57-46EF-B807-FDD0502418D4}" type="datetimeFigureOut">
              <a:rPr lang="en-US" smtClean="0"/>
              <a:t>5/7/2025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74435909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04672" y="2404872"/>
            <a:ext cx="3044950" cy="1627792"/>
          </a:xfrm>
        </p:spPr>
        <p:txBody>
          <a:bodyPr>
            <a:normAutofit/>
          </a:bodyPr>
          <a:lstStyle/>
          <a:p>
            <a:r>
              <a:rPr lang="en-US" sz="1800"/>
              <a:t>IST 659 Final Project: Hospital Emergency Transportation System</a:t>
            </a:r>
          </a:p>
        </p:txBody>
      </p:sp>
      <p:sp>
        <p:nvSpPr>
          <p:cNvPr id="3" name="Subtitle 2"/>
          <p:cNvSpPr>
            <a:spLocks noGrp="1"/>
          </p:cNvSpPr>
          <p:nvPr>
            <p:ph type="subTitle" idx="1"/>
          </p:nvPr>
        </p:nvSpPr>
        <p:spPr>
          <a:xfrm>
            <a:off x="1121822" y="4352544"/>
            <a:ext cx="2410650" cy="1239894"/>
          </a:xfrm>
        </p:spPr>
        <p:txBody>
          <a:bodyPr vert="horz" lIns="91440" tIns="45720" rIns="91440" bIns="45720" rtlCol="0">
            <a:normAutofit/>
          </a:bodyPr>
          <a:lstStyle/>
          <a:p>
            <a:r>
              <a:rPr lang="en-US" sz="1800"/>
              <a:t>Joel Barnes, Aaron Rofe, Rafe Burns, Arya Patil, Ricky Wan</a:t>
            </a:r>
          </a:p>
        </p:txBody>
      </p:sp>
      <p:sp>
        <p:nvSpPr>
          <p:cNvPr id="10" name="Rectangle 9">
            <a:extLst>
              <a:ext uri="{FF2B5EF4-FFF2-40B4-BE49-F238E27FC236}">
                <a16:creationId xmlns:a16="http://schemas.microsoft.com/office/drawing/2014/main" id="{5CEBAAEF-3E73-4D85-9A3C-E40FEAFAEE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3"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Ambulance">
            <a:extLst>
              <a:ext uri="{FF2B5EF4-FFF2-40B4-BE49-F238E27FC236}">
                <a16:creationId xmlns:a16="http://schemas.microsoft.com/office/drawing/2014/main" id="{916E497D-CE4F-E30B-D9BC-C253A3F342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91581" y="640080"/>
            <a:ext cx="5263134" cy="5263134"/>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FD9AA7-5FE5-C100-8880-5D2F4062F013}"/>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Project Overview</a:t>
            </a:r>
          </a:p>
        </p:txBody>
      </p:sp>
      <p:sp>
        <p:nvSpPr>
          <p:cNvPr id="3" name="Content Placeholder 2">
            <a:extLst>
              <a:ext uri="{FF2B5EF4-FFF2-40B4-BE49-F238E27FC236}">
                <a16:creationId xmlns:a16="http://schemas.microsoft.com/office/drawing/2014/main" id="{DA7E5A22-B27C-877B-53BC-E19BC184272C}"/>
              </a:ext>
            </a:extLst>
          </p:cNvPr>
          <p:cNvSpPr>
            <a:spLocks noGrp="1"/>
          </p:cNvSpPr>
          <p:nvPr>
            <p:ph idx="1"/>
          </p:nvPr>
        </p:nvSpPr>
        <p:spPr>
          <a:xfrm>
            <a:off x="5591695" y="1402080"/>
            <a:ext cx="5320696" cy="4053840"/>
          </a:xfrm>
        </p:spPr>
        <p:txBody>
          <a:bodyPr anchor="ctr">
            <a:normAutofit/>
          </a:bodyPr>
          <a:lstStyle/>
          <a:p>
            <a:pPr marL="0" indent="0">
              <a:buNone/>
            </a:pPr>
            <a:endParaRPr lang="en-US">
              <a:latin typeface="Calibri" panose="020F0502020204030204" pitchFamily="34" charset="0"/>
              <a:cs typeface="Calibri" panose="020F0502020204030204" pitchFamily="34" charset="0"/>
            </a:endParaRPr>
          </a:p>
          <a:p>
            <a:pPr marL="0" indent="0">
              <a:buNone/>
            </a:pPr>
            <a:r>
              <a:rPr lang="en-US">
                <a:cs typeface="Calibri"/>
              </a:rPr>
              <a:t>This project is designed to provide a solution for organizing and managing emergency medical transport. It facilitates the assignment of drivers, EMTs, and vehicles as soon as a 911 call is received, helping ensure that patients are transported quickly and efficiently to a hospital. The system also maintains detailed records of each emergency event, including transport logistics and medical staff involvement. With this structure in place, hospital personnel can better track activity and respond to patient needs with greater coordination.</a:t>
            </a:r>
          </a:p>
          <a:p>
            <a:pPr marL="0" indent="0">
              <a:buNone/>
            </a:pPr>
            <a:endParaRPr lang="en-US"/>
          </a:p>
        </p:txBody>
      </p:sp>
    </p:spTree>
    <p:extLst>
      <p:ext uri="{BB962C8B-B14F-4D97-AF65-F5344CB8AC3E}">
        <p14:creationId xmlns:p14="http://schemas.microsoft.com/office/powerpoint/2010/main" val="341664692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24A49-46EB-FC10-7F74-8618DBF2BD5E}"/>
              </a:ext>
            </a:extLst>
          </p:cNvPr>
          <p:cNvSpPr>
            <a:spLocks noGrp="1"/>
          </p:cNvSpPr>
          <p:nvPr>
            <p:ph type="title"/>
          </p:nvPr>
        </p:nvSpPr>
        <p:spPr/>
        <p:txBody>
          <a:bodyPr/>
          <a:lstStyle/>
          <a:p>
            <a:r>
              <a:rPr lang="en-US"/>
              <a:t>Project Goals</a:t>
            </a:r>
          </a:p>
        </p:txBody>
      </p:sp>
      <p:grpSp>
        <p:nvGrpSpPr>
          <p:cNvPr id="16" name="Group 15">
            <a:extLst>
              <a:ext uri="{FF2B5EF4-FFF2-40B4-BE49-F238E27FC236}">
                <a16:creationId xmlns:a16="http://schemas.microsoft.com/office/drawing/2014/main" id="{CD1D7464-CFAC-459B-48F0-C923434D3E1D}"/>
              </a:ext>
            </a:extLst>
          </p:cNvPr>
          <p:cNvGrpSpPr/>
          <p:nvPr/>
        </p:nvGrpSpPr>
        <p:grpSpPr>
          <a:xfrm>
            <a:off x="552449" y="2470216"/>
            <a:ext cx="3352800" cy="3288632"/>
            <a:chOff x="552449" y="2331716"/>
            <a:chExt cx="3352800" cy="3288632"/>
          </a:xfrm>
        </p:grpSpPr>
        <p:sp>
          <p:nvSpPr>
            <p:cNvPr id="13" name="Oval 12">
              <a:extLst>
                <a:ext uri="{FF2B5EF4-FFF2-40B4-BE49-F238E27FC236}">
                  <a16:creationId xmlns:a16="http://schemas.microsoft.com/office/drawing/2014/main" id="{55D28773-F57C-9DFB-D47D-0FF9D94F87CA}"/>
                </a:ext>
              </a:extLst>
            </p:cNvPr>
            <p:cNvSpPr>
              <a:spLocks/>
            </p:cNvSpPr>
            <p:nvPr/>
          </p:nvSpPr>
          <p:spPr>
            <a:xfrm>
              <a:off x="552449" y="2331716"/>
              <a:ext cx="3352800" cy="328863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41EF172-8397-4B10-C81F-B6929EE86D76}"/>
                </a:ext>
              </a:extLst>
            </p:cNvPr>
            <p:cNvSpPr txBox="1">
              <a:spLocks/>
            </p:cNvSpPr>
            <p:nvPr/>
          </p:nvSpPr>
          <p:spPr>
            <a:xfrm>
              <a:off x="939546" y="2960370"/>
              <a:ext cx="2583180" cy="2031325"/>
            </a:xfrm>
            <a:prstGeom prst="rect">
              <a:avLst/>
            </a:prstGeom>
            <a:noFill/>
          </p:spPr>
          <p:txBody>
            <a:bodyPr wrap="square" rtlCol="0">
              <a:spAutoFit/>
            </a:bodyPr>
            <a:lstStyle/>
            <a:p>
              <a:pPr algn="ctr"/>
              <a:r>
                <a:rPr lang="en-US"/>
                <a:t>Enable automated assignment of drivers, EMTs, and vehicles upon emergency call intake to reduce response time and ensure efficient dispatching.</a:t>
              </a:r>
            </a:p>
          </p:txBody>
        </p:sp>
      </p:grpSp>
      <p:grpSp>
        <p:nvGrpSpPr>
          <p:cNvPr id="17" name="Group 16">
            <a:extLst>
              <a:ext uri="{FF2B5EF4-FFF2-40B4-BE49-F238E27FC236}">
                <a16:creationId xmlns:a16="http://schemas.microsoft.com/office/drawing/2014/main" id="{E2753397-550B-1F9E-8CA4-5947C1DF5E85}"/>
              </a:ext>
            </a:extLst>
          </p:cNvPr>
          <p:cNvGrpSpPr/>
          <p:nvPr/>
        </p:nvGrpSpPr>
        <p:grpSpPr>
          <a:xfrm>
            <a:off x="4417314" y="2470216"/>
            <a:ext cx="3352800" cy="3288632"/>
            <a:chOff x="4419599" y="2331716"/>
            <a:chExt cx="3352800" cy="3288632"/>
          </a:xfrm>
        </p:grpSpPr>
        <p:sp>
          <p:nvSpPr>
            <p:cNvPr id="14" name="Oval 13">
              <a:extLst>
                <a:ext uri="{FF2B5EF4-FFF2-40B4-BE49-F238E27FC236}">
                  <a16:creationId xmlns:a16="http://schemas.microsoft.com/office/drawing/2014/main" id="{B76D5FF6-EBCC-E84F-EBC3-80143F338022}"/>
                </a:ext>
              </a:extLst>
            </p:cNvPr>
            <p:cNvSpPr>
              <a:spLocks/>
            </p:cNvSpPr>
            <p:nvPr/>
          </p:nvSpPr>
          <p:spPr>
            <a:xfrm>
              <a:off x="4419599" y="2331716"/>
              <a:ext cx="3352800" cy="328863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C3F1DAE-FC1E-061A-CBFE-D81491FEE769}"/>
                </a:ext>
              </a:extLst>
            </p:cNvPr>
            <p:cNvSpPr txBox="1">
              <a:spLocks/>
            </p:cNvSpPr>
            <p:nvPr/>
          </p:nvSpPr>
          <p:spPr>
            <a:xfrm>
              <a:off x="4804410" y="2960370"/>
              <a:ext cx="2583179" cy="2308324"/>
            </a:xfrm>
            <a:prstGeom prst="rect">
              <a:avLst/>
            </a:prstGeom>
            <a:noFill/>
          </p:spPr>
          <p:txBody>
            <a:bodyPr wrap="square" rtlCol="0">
              <a:spAutoFit/>
            </a:bodyPr>
            <a:lstStyle/>
            <a:p>
              <a:pPr algn="ctr"/>
              <a:r>
                <a:rPr lang="en-US"/>
                <a:t>Maintain comprehensive records of patient pickups, drop-offs, assigned staff, and hospital destinations to improve traceability and reduce administrative errors.</a:t>
              </a:r>
            </a:p>
            <a:p>
              <a:endParaRPr lang="en-US"/>
            </a:p>
          </p:txBody>
        </p:sp>
      </p:grpSp>
      <p:grpSp>
        <p:nvGrpSpPr>
          <p:cNvPr id="18" name="Group 17">
            <a:extLst>
              <a:ext uri="{FF2B5EF4-FFF2-40B4-BE49-F238E27FC236}">
                <a16:creationId xmlns:a16="http://schemas.microsoft.com/office/drawing/2014/main" id="{BB46DB27-DC24-0916-4226-96CBC0525C67}"/>
              </a:ext>
            </a:extLst>
          </p:cNvPr>
          <p:cNvGrpSpPr/>
          <p:nvPr/>
        </p:nvGrpSpPr>
        <p:grpSpPr>
          <a:xfrm>
            <a:off x="8282179" y="2470216"/>
            <a:ext cx="3352800" cy="3288632"/>
            <a:chOff x="8284464" y="2331716"/>
            <a:chExt cx="3352800" cy="3288632"/>
          </a:xfrm>
        </p:grpSpPr>
        <p:sp>
          <p:nvSpPr>
            <p:cNvPr id="15" name="Oval 14">
              <a:extLst>
                <a:ext uri="{FF2B5EF4-FFF2-40B4-BE49-F238E27FC236}">
                  <a16:creationId xmlns:a16="http://schemas.microsoft.com/office/drawing/2014/main" id="{873E92E7-A56B-78B4-1CC3-477691DF39F9}"/>
                </a:ext>
              </a:extLst>
            </p:cNvPr>
            <p:cNvSpPr>
              <a:spLocks/>
            </p:cNvSpPr>
            <p:nvPr/>
          </p:nvSpPr>
          <p:spPr>
            <a:xfrm>
              <a:off x="8284464" y="2331716"/>
              <a:ext cx="3352800" cy="328863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3A33F5A-4EE8-EEC9-A69B-4848B48E80CF}"/>
                </a:ext>
              </a:extLst>
            </p:cNvPr>
            <p:cNvSpPr txBox="1">
              <a:spLocks/>
            </p:cNvSpPr>
            <p:nvPr/>
          </p:nvSpPr>
          <p:spPr>
            <a:xfrm>
              <a:off x="8798814" y="2960370"/>
              <a:ext cx="2324100" cy="2031325"/>
            </a:xfrm>
            <a:prstGeom prst="rect">
              <a:avLst/>
            </a:prstGeom>
            <a:noFill/>
          </p:spPr>
          <p:txBody>
            <a:bodyPr wrap="square" rtlCol="0">
              <a:spAutoFit/>
            </a:bodyPr>
            <a:lstStyle/>
            <a:p>
              <a:pPr algn="ctr"/>
              <a:r>
                <a:rPr lang="en-US"/>
                <a:t>Equip hospital staff with reliable transport data to better manage workloads, identify coverage gaps, and allocate resources more effectively.</a:t>
              </a:r>
            </a:p>
          </p:txBody>
        </p:sp>
      </p:grpSp>
    </p:spTree>
    <p:extLst>
      <p:ext uri="{BB962C8B-B14F-4D97-AF65-F5344CB8AC3E}">
        <p14:creationId xmlns:p14="http://schemas.microsoft.com/office/powerpoint/2010/main" val="239293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B2702-25FA-522E-182A-B9DD9B77BA31}"/>
              </a:ext>
            </a:extLst>
          </p:cNvPr>
          <p:cNvSpPr>
            <a:spLocks noGrp="1"/>
          </p:cNvSpPr>
          <p:nvPr>
            <p:ph type="title"/>
          </p:nvPr>
        </p:nvSpPr>
        <p:spPr/>
        <p:txBody>
          <a:bodyPr/>
          <a:lstStyle/>
          <a:p>
            <a:r>
              <a:rPr lang="en-US"/>
              <a:t>ERD Data Requirement</a:t>
            </a:r>
          </a:p>
        </p:txBody>
      </p:sp>
      <p:pic>
        <p:nvPicPr>
          <p:cNvPr id="6" name="Content Placeholder 5">
            <a:extLst>
              <a:ext uri="{FF2B5EF4-FFF2-40B4-BE49-F238E27FC236}">
                <a16:creationId xmlns:a16="http://schemas.microsoft.com/office/drawing/2014/main" id="{52187BA6-C160-D6EC-5DF0-0FA0267C118F}"/>
              </a:ext>
            </a:extLst>
          </p:cNvPr>
          <p:cNvPicPr>
            <a:picLocks noGrp="1" noChangeAspect="1"/>
          </p:cNvPicPr>
          <p:nvPr>
            <p:ph sz="half" idx="1"/>
          </p:nvPr>
        </p:nvPicPr>
        <p:blipFill>
          <a:blip r:embed="rId3"/>
          <a:stretch>
            <a:fillRect/>
          </a:stretch>
        </p:blipFill>
        <p:spPr>
          <a:xfrm>
            <a:off x="1064825" y="2715202"/>
            <a:ext cx="4553909" cy="3358029"/>
          </a:xfrm>
        </p:spPr>
      </p:pic>
      <p:pic>
        <p:nvPicPr>
          <p:cNvPr id="8" name="Content Placeholder 7" descr="A table with a list of medical information&#10;&#10;AI-generated content may be incorrect.">
            <a:extLst>
              <a:ext uri="{FF2B5EF4-FFF2-40B4-BE49-F238E27FC236}">
                <a16:creationId xmlns:a16="http://schemas.microsoft.com/office/drawing/2014/main" id="{19AA2C00-BD90-B90D-20DF-9499AFA58344}"/>
              </a:ext>
            </a:extLst>
          </p:cNvPr>
          <p:cNvPicPr>
            <a:picLocks noGrp="1" noChangeAspect="1"/>
          </p:cNvPicPr>
          <p:nvPr>
            <p:ph sz="half" idx="2"/>
          </p:nvPr>
        </p:nvPicPr>
        <p:blipFill>
          <a:blip r:embed="rId4"/>
          <a:stretch>
            <a:fillRect/>
          </a:stretch>
        </p:blipFill>
        <p:spPr>
          <a:xfrm>
            <a:off x="5956618" y="3218325"/>
            <a:ext cx="5265538" cy="2366159"/>
          </a:xfrm>
        </p:spPr>
      </p:pic>
    </p:spTree>
    <p:extLst>
      <p:ext uri="{BB962C8B-B14F-4D97-AF65-F5344CB8AC3E}">
        <p14:creationId xmlns:p14="http://schemas.microsoft.com/office/powerpoint/2010/main" val="1162997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5D908-7AB5-6106-470A-74BC0B89861E}"/>
              </a:ext>
            </a:extLst>
          </p:cNvPr>
          <p:cNvSpPr>
            <a:spLocks noGrp="1"/>
          </p:cNvSpPr>
          <p:nvPr>
            <p:ph type="title"/>
          </p:nvPr>
        </p:nvSpPr>
        <p:spPr/>
        <p:txBody>
          <a:bodyPr/>
          <a:lstStyle/>
          <a:p>
            <a:r>
              <a:rPr lang="en-US"/>
              <a:t>ERD Data Relationships</a:t>
            </a:r>
          </a:p>
        </p:txBody>
      </p:sp>
      <p:pic>
        <p:nvPicPr>
          <p:cNvPr id="6" name="Content Placeholder 5" descr="A table with text on it&#10;&#10;AI-generated content may be incorrect.">
            <a:extLst>
              <a:ext uri="{FF2B5EF4-FFF2-40B4-BE49-F238E27FC236}">
                <a16:creationId xmlns:a16="http://schemas.microsoft.com/office/drawing/2014/main" id="{68411204-8BD7-5EA7-D281-D1748A2D298F}"/>
              </a:ext>
            </a:extLst>
          </p:cNvPr>
          <p:cNvPicPr>
            <a:picLocks noGrp="1" noChangeAspect="1"/>
          </p:cNvPicPr>
          <p:nvPr>
            <p:ph sz="half" idx="1"/>
          </p:nvPr>
        </p:nvPicPr>
        <p:blipFill>
          <a:blip r:embed="rId2"/>
          <a:stretch>
            <a:fillRect/>
          </a:stretch>
        </p:blipFill>
        <p:spPr>
          <a:xfrm>
            <a:off x="631187" y="2989943"/>
            <a:ext cx="4553430" cy="2882214"/>
          </a:xfrm>
        </p:spPr>
      </p:pic>
      <p:pic>
        <p:nvPicPr>
          <p:cNvPr id="8" name="Content Placeholder 7" descr="A table with text and numbers&#10;&#10;AI-generated content may be incorrect.">
            <a:extLst>
              <a:ext uri="{FF2B5EF4-FFF2-40B4-BE49-F238E27FC236}">
                <a16:creationId xmlns:a16="http://schemas.microsoft.com/office/drawing/2014/main" id="{85139D70-F92B-CBEA-F7C9-BC57CFCA6034}"/>
              </a:ext>
            </a:extLst>
          </p:cNvPr>
          <p:cNvPicPr>
            <a:picLocks noGrp="1" noChangeAspect="1"/>
          </p:cNvPicPr>
          <p:nvPr>
            <p:ph sz="half" idx="2"/>
          </p:nvPr>
        </p:nvPicPr>
        <p:blipFill>
          <a:blip r:embed="rId3"/>
          <a:stretch>
            <a:fillRect/>
          </a:stretch>
        </p:blipFill>
        <p:spPr>
          <a:xfrm>
            <a:off x="5504937" y="2573000"/>
            <a:ext cx="5768240" cy="3324378"/>
          </a:xfrm>
        </p:spPr>
      </p:pic>
    </p:spTree>
    <p:extLst>
      <p:ext uri="{BB962C8B-B14F-4D97-AF65-F5344CB8AC3E}">
        <p14:creationId xmlns:p14="http://schemas.microsoft.com/office/powerpoint/2010/main" val="2430541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7FEAC-65F8-4ABB-CF53-26BB8CD56E30}"/>
              </a:ext>
            </a:extLst>
          </p:cNvPr>
          <p:cNvSpPr>
            <a:spLocks noGrp="1"/>
          </p:cNvSpPr>
          <p:nvPr>
            <p:ph type="title"/>
          </p:nvPr>
        </p:nvSpPr>
        <p:spPr/>
        <p:txBody>
          <a:bodyPr/>
          <a:lstStyle/>
          <a:p>
            <a:r>
              <a:rPr lang="en-US"/>
              <a:t>Conceptual Model</a:t>
            </a:r>
          </a:p>
        </p:txBody>
      </p:sp>
      <p:pic>
        <p:nvPicPr>
          <p:cNvPr id="9" name="Picture 8" descr="A diagram of a patient&#10;&#10;AI-generated content may be incorrect.">
            <a:extLst>
              <a:ext uri="{FF2B5EF4-FFF2-40B4-BE49-F238E27FC236}">
                <a16:creationId xmlns:a16="http://schemas.microsoft.com/office/drawing/2014/main" id="{BBBA1544-AF1A-A747-5AAE-028CBD29AA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1095" y="2275836"/>
            <a:ext cx="7109809" cy="4341191"/>
          </a:xfrm>
          <a:prstGeom prst="rect">
            <a:avLst/>
          </a:prstGeom>
        </p:spPr>
      </p:pic>
    </p:spTree>
    <p:extLst>
      <p:ext uri="{BB962C8B-B14F-4D97-AF65-F5344CB8AC3E}">
        <p14:creationId xmlns:p14="http://schemas.microsoft.com/office/powerpoint/2010/main" val="1155777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1EAD3-6696-02CC-521C-FDE429F41FC8}"/>
              </a:ext>
            </a:extLst>
          </p:cNvPr>
          <p:cNvSpPr>
            <a:spLocks noGrp="1"/>
          </p:cNvSpPr>
          <p:nvPr>
            <p:ph type="title"/>
          </p:nvPr>
        </p:nvSpPr>
        <p:spPr/>
        <p:txBody>
          <a:bodyPr/>
          <a:lstStyle/>
          <a:p>
            <a:r>
              <a:rPr lang="en-US"/>
              <a:t>Logical Model</a:t>
            </a:r>
          </a:p>
        </p:txBody>
      </p:sp>
      <p:pic>
        <p:nvPicPr>
          <p:cNvPr id="6" name="Picture 5" descr="A diagram of a computer&#10;&#10;AI-generated content may be incorrect.">
            <a:extLst>
              <a:ext uri="{FF2B5EF4-FFF2-40B4-BE49-F238E27FC236}">
                <a16:creationId xmlns:a16="http://schemas.microsoft.com/office/drawing/2014/main" id="{1D1B31ED-069A-1D47-EB5F-8CC0BD5AF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3653" y="2256443"/>
            <a:ext cx="5744694" cy="4507507"/>
          </a:xfrm>
          <a:prstGeom prst="rect">
            <a:avLst/>
          </a:prstGeom>
        </p:spPr>
      </p:pic>
    </p:spTree>
    <p:extLst>
      <p:ext uri="{BB962C8B-B14F-4D97-AF65-F5344CB8AC3E}">
        <p14:creationId xmlns:p14="http://schemas.microsoft.com/office/powerpoint/2010/main" val="4099776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38785-916D-8FC0-FD04-D6FCC89CE193}"/>
              </a:ext>
            </a:extLst>
          </p:cNvPr>
          <p:cNvSpPr>
            <a:spLocks noGrp="1"/>
          </p:cNvSpPr>
          <p:nvPr>
            <p:ph type="title"/>
          </p:nvPr>
        </p:nvSpPr>
        <p:spPr/>
        <p:txBody>
          <a:bodyPr>
            <a:normAutofit/>
          </a:bodyPr>
          <a:lstStyle/>
          <a:p>
            <a:r>
              <a:rPr lang="en-US" sz="2000"/>
              <a:t>Function, Stored Procedure, and Trigger</a:t>
            </a:r>
          </a:p>
        </p:txBody>
      </p:sp>
      <p:sp>
        <p:nvSpPr>
          <p:cNvPr id="3" name="Content Placeholder 2">
            <a:extLst>
              <a:ext uri="{FF2B5EF4-FFF2-40B4-BE49-F238E27FC236}">
                <a16:creationId xmlns:a16="http://schemas.microsoft.com/office/drawing/2014/main" id="{61FB97FD-DB9D-E8B2-3DB8-233A06BDE61C}"/>
              </a:ext>
            </a:extLst>
          </p:cNvPr>
          <p:cNvSpPr>
            <a:spLocks noGrp="1"/>
          </p:cNvSpPr>
          <p:nvPr>
            <p:ph idx="1"/>
          </p:nvPr>
        </p:nvSpPr>
        <p:spPr/>
        <p:txBody>
          <a:bodyPr vert="horz" lIns="91440" tIns="45720" rIns="91440" bIns="45720" rtlCol="0" anchor="t">
            <a:normAutofit/>
          </a:bodyPr>
          <a:lstStyle/>
          <a:p>
            <a:r>
              <a:rPr lang="en-US"/>
              <a:t>Function – Number of Doctor Visits</a:t>
            </a:r>
          </a:p>
          <a:p>
            <a:pPr lvl="1">
              <a:buFont typeface="Courier New" panose="020B0604020202020204" pitchFamily="34" charset="0"/>
              <a:buChar char="o"/>
            </a:pPr>
            <a:r>
              <a:rPr lang="en-US"/>
              <a:t>Function to calculate the total number of visits that a doctor has been assigned</a:t>
            </a:r>
          </a:p>
          <a:p>
            <a:r>
              <a:rPr lang="en-US"/>
              <a:t>Stored Procedure – Inserts data into visits table</a:t>
            </a:r>
          </a:p>
          <a:p>
            <a:pPr lvl="1">
              <a:buFont typeface="Courier New" panose="020B0604020202020204" pitchFamily="34" charset="0"/>
              <a:buChar char="o"/>
            </a:pPr>
            <a:r>
              <a:rPr lang="en-US"/>
              <a:t>Stored Procedure to easily insert new data into the visits table</a:t>
            </a:r>
          </a:p>
          <a:p>
            <a:r>
              <a:rPr lang="en-US"/>
              <a:t>Trigger – Updates doctor table after data is inserted in visits table</a:t>
            </a:r>
          </a:p>
          <a:p>
            <a:pPr lvl="1">
              <a:buFont typeface="Courier New" panose="020B0604020202020204" pitchFamily="34" charset="0"/>
              <a:buChar char="o"/>
            </a:pPr>
            <a:r>
              <a:rPr lang="en-US"/>
              <a:t>Trigger to automatically update the number of visits a doctor has been assigned in the doctor table</a:t>
            </a:r>
          </a:p>
          <a:p>
            <a:pPr lvl="1">
              <a:buFont typeface="Courier New" panose="020B0604020202020204" pitchFamily="34" charset="0"/>
              <a:buChar char="o"/>
            </a:pPr>
            <a:r>
              <a:rPr lang="en-US"/>
              <a:t>Utilizes the previously created function</a:t>
            </a:r>
          </a:p>
        </p:txBody>
      </p:sp>
    </p:spTree>
    <p:extLst>
      <p:ext uri="{BB962C8B-B14F-4D97-AF65-F5344CB8AC3E}">
        <p14:creationId xmlns:p14="http://schemas.microsoft.com/office/powerpoint/2010/main" val="3432174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A0238-8D40-7A93-2AB2-46D3D7A3AD21}"/>
              </a:ext>
            </a:extLst>
          </p:cNvPr>
          <p:cNvSpPr>
            <a:spLocks noGrp="1"/>
          </p:cNvSpPr>
          <p:nvPr>
            <p:ph type="title"/>
          </p:nvPr>
        </p:nvSpPr>
        <p:spPr/>
        <p:txBody>
          <a:bodyPr/>
          <a:lstStyle/>
          <a:p>
            <a:r>
              <a:rPr lang="en-US" dirty="0"/>
              <a:t>User Story</a:t>
            </a:r>
          </a:p>
        </p:txBody>
      </p:sp>
      <p:sp>
        <p:nvSpPr>
          <p:cNvPr id="3" name="Content Placeholder 2">
            <a:extLst>
              <a:ext uri="{FF2B5EF4-FFF2-40B4-BE49-F238E27FC236}">
                <a16:creationId xmlns:a16="http://schemas.microsoft.com/office/drawing/2014/main" id="{662AA1B8-CA1F-248D-2E68-D7646FDF822A}"/>
              </a:ext>
            </a:extLst>
          </p:cNvPr>
          <p:cNvSpPr>
            <a:spLocks noGrp="1"/>
          </p:cNvSpPr>
          <p:nvPr>
            <p:ph idx="1"/>
          </p:nvPr>
        </p:nvSpPr>
        <p:spPr/>
        <p:txBody>
          <a:bodyPr vert="horz" lIns="91440" tIns="45720" rIns="91440" bIns="45720" rtlCol="0" anchor="t">
            <a:normAutofit/>
          </a:bodyPr>
          <a:lstStyle/>
          <a:p>
            <a:r>
              <a:rPr lang="en-US">
                <a:ea typeface="+mn-lt"/>
                <a:cs typeface="+mn-lt"/>
              </a:rPr>
              <a:t>As an admin, I would like to make a list of what EMTs and drivers are picking up each patient, so it is easier to identify who is in which ambulance at all times. </a:t>
            </a:r>
          </a:p>
          <a:p>
            <a:r>
              <a:rPr lang="en-US" dirty="0">
                <a:ea typeface="+mn-lt"/>
                <a:cs typeface="+mn-lt"/>
              </a:rPr>
              <a:t>As an admin, I would like to have ambulances’ real time location so picking up </a:t>
            </a:r>
            <a:r>
              <a:rPr lang="en-US">
                <a:ea typeface="+mn-lt"/>
                <a:cs typeface="+mn-lt"/>
              </a:rPr>
              <a:t>nearby patients can be more efficient and effective. </a:t>
            </a:r>
          </a:p>
          <a:p>
            <a:r>
              <a:rPr lang="en-US" dirty="0"/>
              <a:t>As an admin, I would like a history table of the doctor visits so that if a patient comes for another visit with a similar issue, it can </a:t>
            </a:r>
            <a:r>
              <a:rPr lang="en-US"/>
              <a:t>speed up the treatment process </a:t>
            </a:r>
            <a:endParaRPr lang="en-US" dirty="0"/>
          </a:p>
          <a:p>
            <a:endParaRPr lang="en-US" dirty="0"/>
          </a:p>
        </p:txBody>
      </p:sp>
    </p:spTree>
    <p:extLst>
      <p:ext uri="{BB962C8B-B14F-4D97-AF65-F5344CB8AC3E}">
        <p14:creationId xmlns:p14="http://schemas.microsoft.com/office/powerpoint/2010/main" val="1322821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A5F10-E8AA-0475-9FA8-CBD90A3F293A}"/>
              </a:ext>
            </a:extLst>
          </p:cNvPr>
          <p:cNvSpPr>
            <a:spLocks noGrp="1"/>
          </p:cNvSpPr>
          <p:nvPr>
            <p:ph type="title"/>
          </p:nvPr>
        </p:nvSpPr>
        <p:spPr>
          <a:xfrm>
            <a:off x="2231136" y="2834640"/>
            <a:ext cx="7729728" cy="1188720"/>
          </a:xfrm>
        </p:spPr>
        <p:txBody>
          <a:bodyPr/>
          <a:lstStyle/>
          <a:p>
            <a:r>
              <a:rPr lang="en-US"/>
              <a:t>Thank you professor Joe!</a:t>
            </a:r>
          </a:p>
        </p:txBody>
      </p:sp>
    </p:spTree>
    <p:extLst>
      <p:ext uri="{BB962C8B-B14F-4D97-AF65-F5344CB8AC3E}">
        <p14:creationId xmlns:p14="http://schemas.microsoft.com/office/powerpoint/2010/main" val="88522770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Application>Microsoft Office PowerPoint</Application>
  <PresentationFormat>Widescreen</PresentationFormat>
  <Slides>10</Slides>
  <Notes>2</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Parcel</vt:lpstr>
      <vt:lpstr>IST 659 Final Project: Hospital Emergency Transportation System</vt:lpstr>
      <vt:lpstr>Project Overview</vt:lpstr>
      <vt:lpstr>Project Goals</vt:lpstr>
      <vt:lpstr>ERD Data Requirement</vt:lpstr>
      <vt:lpstr>ERD Data Relationships</vt:lpstr>
      <vt:lpstr>Conceptual Model</vt:lpstr>
      <vt:lpstr>Logical Model</vt:lpstr>
      <vt:lpstr>Function, Stored Procedure, and Trigger</vt:lpstr>
      <vt:lpstr>User Story</vt:lpstr>
      <vt:lpstr>Thank you professor Joe!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20</cp:revision>
  <dcterms:created xsi:type="dcterms:W3CDTF">2025-04-21T20:37:12Z</dcterms:created>
  <dcterms:modified xsi:type="dcterms:W3CDTF">2025-05-07T17:37:14Z</dcterms:modified>
</cp:coreProperties>
</file>